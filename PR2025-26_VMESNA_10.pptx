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258" r:id="rId3"/>
    <p:sldId id="261" r:id="rId4"/>
    <p:sldId id="260" r:id="rId5"/>
    <p:sldId id="259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4"/>
    <p:restoredTop sz="94694"/>
  </p:normalViewPr>
  <p:slideViewPr>
    <p:cSldViewPr snapToGrid="0" snapToObjects="1">
      <p:cViewPr varScale="1">
        <p:scale>
          <a:sx n="112" d="100"/>
          <a:sy n="112" d="100"/>
        </p:scale>
        <p:origin x="16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Linearna</a:t>
            </a:r>
            <a:r>
              <a:rPr lang="en-US" sz="1600" dirty="0"/>
              <a:t> </a:t>
            </a:r>
            <a:r>
              <a:rPr lang="en-US" sz="1600" dirty="0" err="1"/>
              <a:t>regresija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Statistična</a:t>
            </a:r>
            <a:r>
              <a:rPr lang="en-US" sz="1600" dirty="0"/>
              <a:t> </a:t>
            </a:r>
            <a:r>
              <a:rPr lang="en-US" sz="1600" dirty="0" err="1"/>
              <a:t>analiza</a:t>
            </a:r>
            <a:endParaRPr lang="en-US" sz="1600" dirty="0"/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Škatla</a:t>
            </a:r>
            <a:r>
              <a:rPr lang="en-US" sz="1600" dirty="0"/>
              <a:t> z </a:t>
            </a:r>
            <a:r>
              <a:rPr lang="en-US" sz="1600" dirty="0" err="1"/>
              <a:t>brki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Stolpični</a:t>
            </a:r>
            <a:r>
              <a:rPr lang="en-US" sz="1600" dirty="0"/>
              <a:t> diagram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992772C-EB13-7084-6958-34ED409F71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93812" y="386272"/>
            <a:ext cx="3215016" cy="2842202"/>
          </a:xfrm>
          <a:prstGeom prst="rect">
            <a:avLst/>
          </a:prstGeom>
          <a:ln>
            <a:solidFill>
              <a:prstClr val="black"/>
            </a:solidFill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7A208-E6CC-57AE-C13B-D7640801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565" y="2514225"/>
            <a:ext cx="3686197" cy="22863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A3BAC73-A09D-1638-F70E-2A3A45D2F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329" y="376238"/>
            <a:ext cx="2855483" cy="21379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762" y="3205262"/>
            <a:ext cx="3069066" cy="137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b="1" dirty="0" err="1"/>
              <a:t>Kvalifikacije</a:t>
            </a:r>
            <a:r>
              <a:rPr lang="en-US" sz="1600" b="1" dirty="0"/>
              <a:t>, </a:t>
            </a:r>
            <a:r>
              <a:rPr lang="en-US" sz="1600" b="1" dirty="0" err="1"/>
              <a:t>ravnine</a:t>
            </a:r>
            <a:r>
              <a:rPr lang="en-US" sz="1600" b="1" dirty="0"/>
              <a:t> in </a:t>
            </a:r>
            <a:r>
              <a:rPr lang="en-US" sz="1600" b="1" dirty="0" err="1"/>
              <a:t>ovinki</a:t>
            </a:r>
            <a:endParaRPr lang="sl-SI" sz="1600" b="1" dirty="0"/>
          </a:p>
          <a:p>
            <a:pPr marL="0" indent="0">
              <a:buNone/>
            </a:pPr>
            <a:r>
              <a:rPr lang="sl-SI" sz="1600" b="1" dirty="0"/>
              <a:t> Cilj</a:t>
            </a:r>
          </a:p>
          <a:p>
            <a:pPr marL="0" indent="0">
              <a:buNone/>
            </a:pPr>
            <a:r>
              <a:rPr lang="sl-SI" sz="1600" dirty="0"/>
              <a:t>  - povezava med štartnim položajem in končno uvrstitvijo</a:t>
            </a:r>
          </a:p>
          <a:p>
            <a:pPr marL="0" indent="0">
              <a:buNone/>
            </a:pPr>
            <a:r>
              <a:rPr lang="sl-SI" sz="1600" dirty="0"/>
              <a:t>  - primerjava hitrosti na ravninah in učinkovitosti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sl-SI" sz="1600" b="1" dirty="0"/>
              <a:t>Metoda</a:t>
            </a:r>
          </a:p>
          <a:p>
            <a:pPr marL="0" indent="0">
              <a:buNone/>
            </a:pPr>
            <a:r>
              <a:rPr lang="sl-SI" sz="1600" dirty="0"/>
              <a:t>  - FastF1 podatki za sezono 2025</a:t>
            </a:r>
          </a:p>
          <a:p>
            <a:pPr marL="0" indent="0">
              <a:buNone/>
            </a:pPr>
            <a:r>
              <a:rPr lang="sl-SI" sz="1600" dirty="0"/>
              <a:t>  - Spearmanova/Pearsonova korelacija</a:t>
            </a:r>
          </a:p>
          <a:p>
            <a:pPr marL="0" indent="0">
              <a:buNone/>
            </a:pPr>
            <a:r>
              <a:rPr lang="sl-SI" sz="1600" dirty="0"/>
              <a:t>  - SpeedST za ravnine, telemetrija za hitrosti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</a:t>
            </a:r>
            <a:r>
              <a:rPr lang="sl-SI" sz="1600" b="1" dirty="0"/>
              <a:t> Rezultati</a:t>
            </a:r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el-GR" sz="1600" dirty="0"/>
              <a:t>- </a:t>
            </a:r>
            <a:r>
              <a:rPr lang="sl-SI" sz="1600" dirty="0"/>
              <a:t>sezonsko povprečje povezave kvalifikacije → </a:t>
            </a:r>
            <a:r>
              <a:rPr lang="el-GR" sz="1600" dirty="0"/>
              <a:t>ρ ≈ 0.65</a:t>
            </a:r>
          </a:p>
          <a:p>
            <a:pPr marL="0" indent="0">
              <a:buNone/>
            </a:pPr>
            <a:r>
              <a:rPr lang="el-GR" sz="1600" dirty="0"/>
              <a:t>  - </a:t>
            </a:r>
            <a:r>
              <a:rPr lang="sl-SI" sz="1600" dirty="0"/>
              <a:t>ovinki so bili močnejši signal za rezultat na 20 od 24 dirk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74FA9-F36E-8929-8502-000590875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738" y="454816"/>
            <a:ext cx="3260761" cy="2247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58BB6-D3AE-322E-B5DE-1AFDED65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590" y="2702292"/>
            <a:ext cx="3476594" cy="2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2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/>
              <a:t>Kako</a:t>
            </a:r>
            <a:r>
              <a:rPr lang="en-US" sz="1600" dirty="0"/>
              <a:t> </a:t>
            </a:r>
            <a:r>
              <a:rPr lang="en-US" sz="1600" dirty="0" err="1"/>
              <a:t>boste</a:t>
            </a:r>
            <a:r>
              <a:rPr lang="en-US" sz="1600" dirty="0"/>
              <a:t> </a:t>
            </a:r>
            <a:r>
              <a:rPr lang="en-US" sz="1600" dirty="0" err="1"/>
              <a:t>dosegli</a:t>
            </a:r>
            <a:r>
              <a:rPr lang="en-US" sz="1600" dirty="0"/>
              <a:t> </a:t>
            </a:r>
            <a:r>
              <a:rPr lang="en-US" sz="1600" dirty="0" err="1"/>
              <a:t>cilj</a:t>
            </a:r>
            <a:r>
              <a:rPr lang="en-US" sz="1600" dirty="0"/>
              <a:t> 1 </a:t>
            </a:r>
            <a:r>
              <a:rPr lang="en-US" sz="1600" dirty="0" err="1"/>
              <a:t>oziroma</a:t>
            </a:r>
            <a:r>
              <a:rPr lang="en-US" sz="1600" dirty="0"/>
              <a:t> </a:t>
            </a:r>
            <a:r>
              <a:rPr lang="en-US" sz="1600" dirty="0" err="1"/>
              <a:t>odgovorili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vprašanje</a:t>
            </a:r>
            <a:r>
              <a:rPr lang="en-US" sz="1600" dirty="0"/>
              <a:t> 1…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en-US" sz="1600" b="1" dirty="0" err="1">
                <a:latin typeface="+mn-lt"/>
              </a:rPr>
              <a:t>Dodatna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prosojnica</a:t>
            </a:r>
            <a:r>
              <a:rPr lang="en-US" sz="1600" b="1" dirty="0">
                <a:latin typeface="+mn-lt"/>
              </a:rPr>
              <a:t> za </a:t>
            </a:r>
            <a:r>
              <a:rPr lang="en-US" sz="1600" b="1" dirty="0" err="1">
                <a:latin typeface="+mn-lt"/>
              </a:rPr>
              <a:t>rezultate</a:t>
            </a:r>
            <a:r>
              <a:rPr lang="en-US" sz="1600" b="1" dirty="0">
                <a:latin typeface="+mn-lt"/>
              </a:rPr>
              <a:t> oz. </a:t>
            </a:r>
            <a:r>
              <a:rPr lang="en-US" sz="1600" b="1" dirty="0" err="1">
                <a:latin typeface="+mn-lt"/>
              </a:rPr>
              <a:t>odprta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vprašanja</a:t>
            </a:r>
            <a:r>
              <a:rPr lang="en-US" sz="1600" b="1" dirty="0">
                <a:latin typeface="+mn-lt"/>
              </a:rPr>
              <a:t> (</a:t>
            </a:r>
            <a:r>
              <a:rPr lang="en-US" sz="1600" b="1" dirty="0" err="1">
                <a:latin typeface="+mn-lt"/>
              </a:rPr>
              <a:t>če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potrebno</a:t>
            </a:r>
            <a:r>
              <a:rPr lang="en-US" sz="1600" b="1" dirty="0">
                <a:latin typeface="+mn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5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</TotalTime>
  <Words>304</Words>
  <Application>Microsoft Office PowerPoint</Application>
  <PresentationFormat>On-screen Show (16:9)</PresentationFormat>
  <Paragraphs>64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PowerPoint Presentation</vt:lpstr>
      <vt:lpstr>Dodatna prosojnica za rezultate oz. odprta vprašanja (če potrebno)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Gnilšek, Nejc</cp:lastModifiedBy>
  <cp:revision>31</cp:revision>
  <dcterms:created xsi:type="dcterms:W3CDTF">2020-04-03T06:53:29Z</dcterms:created>
  <dcterms:modified xsi:type="dcterms:W3CDTF">2026-04-14T18:15:04Z</dcterms:modified>
  <cp:category/>
</cp:coreProperties>
</file>