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handoutMasterIdLst>
    <p:handoutMasterId r:id="rId7"/>
  </p:handoutMasterIdLst>
  <p:sldIdLst>
    <p:sldId id="256" r:id="rId2"/>
    <p:sldId id="258" r:id="rId3"/>
    <p:sldId id="260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/>
    <p:restoredTop sz="94694"/>
  </p:normalViewPr>
  <p:slideViewPr>
    <p:cSldViewPr snapToGrid="0" snapToObjects="1">
      <p:cViewPr varScale="1">
        <p:scale>
          <a:sx n="119" d="100"/>
          <a:sy n="119" d="100"/>
        </p:scale>
        <p:origin x="23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astf1.dev/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7" y="73152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r>
              <a:rPr lang="en-GB" b="1" dirty="0"/>
              <a:t>Analiza dirk </a:t>
            </a:r>
            <a:r>
              <a:rPr lang="en-GB" b="1" dirty="0" err="1"/>
              <a:t>Formule</a:t>
            </a:r>
            <a:r>
              <a:rPr lang="en-GB" b="1" dirty="0"/>
              <a:t>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73152"/>
            <a:ext cx="6610190" cy="4727448"/>
          </a:xfrm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Knjižnica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FastF1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Najobsežnejši</a:t>
            </a:r>
            <a:r>
              <a:rPr lang="en-US" sz="1600" dirty="0"/>
              <a:t> </a:t>
            </a:r>
            <a:r>
              <a:rPr lang="en-US" sz="1600" dirty="0" err="1"/>
              <a:t>javno</a:t>
            </a:r>
            <a:r>
              <a:rPr lang="en-US" sz="1600" dirty="0"/>
              <a:t> </a:t>
            </a:r>
            <a:r>
              <a:rPr lang="en-US" sz="1600" dirty="0" err="1"/>
              <a:t>dostopni</a:t>
            </a:r>
            <a:r>
              <a:rPr lang="en-US" sz="1600" dirty="0"/>
              <a:t> </a:t>
            </a:r>
            <a:r>
              <a:rPr lang="en-US" sz="1600" dirty="0" err="1"/>
              <a:t>podatki</a:t>
            </a:r>
            <a:r>
              <a:rPr lang="en-US" sz="1600" dirty="0"/>
              <a:t> dirk </a:t>
            </a:r>
            <a:r>
              <a:rPr lang="en-US" sz="1600" dirty="0" err="1"/>
              <a:t>Formule</a:t>
            </a:r>
            <a:r>
              <a:rPr lang="en-US" sz="1600" dirty="0"/>
              <a:t> 1</a:t>
            </a:r>
          </a:p>
          <a:p>
            <a:pPr>
              <a:buFontTx/>
              <a:buChar char="-"/>
            </a:pPr>
            <a:r>
              <a:rPr lang="en-GB" sz="1600" dirty="0" err="1"/>
              <a:t>Meritve</a:t>
            </a:r>
            <a:r>
              <a:rPr lang="en-GB" sz="1600" dirty="0"/>
              <a:t>, </a:t>
            </a:r>
            <a:r>
              <a:rPr lang="en-GB" sz="1600" dirty="0" err="1"/>
              <a:t>statistike</a:t>
            </a:r>
            <a:r>
              <a:rPr lang="en-GB" sz="1600" dirty="0"/>
              <a:t>, </a:t>
            </a:r>
            <a:r>
              <a:rPr lang="en-GB" sz="1600" dirty="0" err="1"/>
              <a:t>časovne</a:t>
            </a:r>
            <a:r>
              <a:rPr lang="en-GB" sz="1600" dirty="0"/>
              <a:t> </a:t>
            </a:r>
            <a:r>
              <a:rPr lang="en-GB" sz="1600" dirty="0" err="1"/>
              <a:t>serije</a:t>
            </a:r>
            <a:r>
              <a:rPr lang="en-GB" sz="1600" dirty="0"/>
              <a:t>; </a:t>
            </a:r>
            <a:r>
              <a:rPr lang="en-GB" sz="1600" dirty="0" err="1"/>
              <a:t>tisoči</a:t>
            </a:r>
            <a:r>
              <a:rPr lang="en-GB" sz="1600" dirty="0"/>
              <a:t> </a:t>
            </a:r>
            <a:r>
              <a:rPr lang="en-GB" sz="1600" dirty="0" err="1"/>
              <a:t>primerov</a:t>
            </a:r>
            <a:r>
              <a:rPr lang="en-GB" sz="1600" dirty="0"/>
              <a:t>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dirko</a:t>
            </a:r>
            <a:r>
              <a:rPr lang="en-GB" sz="1600" dirty="0"/>
              <a:t>, 10–100 </a:t>
            </a:r>
            <a:r>
              <a:rPr lang="en-GB" sz="1600" dirty="0" err="1"/>
              <a:t>atributov</a:t>
            </a:r>
            <a:r>
              <a:rPr lang="en-GB" sz="1600" dirty="0"/>
              <a:t>, </a:t>
            </a:r>
            <a:r>
              <a:rPr lang="en-GB" sz="1600" dirty="0" err="1"/>
              <a:t>več</a:t>
            </a:r>
            <a:r>
              <a:rPr lang="en-GB" sz="1600" dirty="0"/>
              <a:t> </a:t>
            </a:r>
            <a:r>
              <a:rPr lang="en-GB" sz="1600" dirty="0" err="1"/>
              <a:t>razredov</a:t>
            </a:r>
            <a:r>
              <a:rPr lang="en-GB" sz="1600" dirty="0"/>
              <a:t> (</a:t>
            </a:r>
            <a:r>
              <a:rPr lang="en-GB" sz="1600" dirty="0" err="1"/>
              <a:t>vozniki</a:t>
            </a:r>
            <a:r>
              <a:rPr lang="en-GB" sz="1600" dirty="0"/>
              <a:t>, </a:t>
            </a:r>
            <a:r>
              <a:rPr lang="en-GB" sz="1600" dirty="0" err="1"/>
              <a:t>ekipe</a:t>
            </a:r>
            <a:r>
              <a:rPr lang="en-GB" sz="1600" dirty="0"/>
              <a:t>, </a:t>
            </a:r>
            <a:r>
              <a:rPr lang="en-GB" sz="1600" dirty="0" err="1"/>
              <a:t>pnevmatike</a:t>
            </a:r>
            <a:r>
              <a:rPr lang="en-GB" sz="1600" dirty="0"/>
              <a:t>)</a:t>
            </a:r>
          </a:p>
          <a:p>
            <a:pPr>
              <a:buFontTx/>
              <a:buChar char="-"/>
            </a:pPr>
            <a:r>
              <a:rPr lang="en-US" sz="1600" dirty="0"/>
              <a:t>Veliko </a:t>
            </a:r>
            <a:r>
              <a:rPr lang="en-US" sz="1600" dirty="0" err="1"/>
              <a:t>manjkajočih</a:t>
            </a:r>
            <a:r>
              <a:rPr lang="en-US" sz="1600" dirty="0"/>
              <a:t> in </a:t>
            </a:r>
            <a:r>
              <a:rPr lang="en-US" sz="1600" dirty="0" err="1"/>
              <a:t>nekaj</a:t>
            </a:r>
            <a:r>
              <a:rPr lang="en-US" sz="1600" dirty="0"/>
              <a:t> </a:t>
            </a:r>
            <a:r>
              <a:rPr lang="en-US" sz="1600" dirty="0" err="1"/>
              <a:t>napačnih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Prenos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r>
              <a:rPr lang="en-US" sz="1600" dirty="0"/>
              <a:t>, </a:t>
            </a:r>
            <a:r>
              <a:rPr lang="en-US" sz="1600" dirty="0" err="1"/>
              <a:t>filtriranje</a:t>
            </a:r>
            <a:r>
              <a:rPr lang="en-US" sz="1600" dirty="0"/>
              <a:t> (le </a:t>
            </a:r>
            <a:r>
              <a:rPr lang="en-US" sz="1600" dirty="0" err="1"/>
              <a:t>uporabni</a:t>
            </a:r>
            <a:r>
              <a:rPr lang="en-US" sz="1600" dirty="0"/>
              <a:t> </a:t>
            </a:r>
            <a:r>
              <a:rPr lang="en-US" sz="1600" dirty="0" err="1"/>
              <a:t>krogi</a:t>
            </a:r>
            <a:r>
              <a:rPr lang="en-US" sz="1600" dirty="0"/>
              <a:t>), </a:t>
            </a:r>
            <a:r>
              <a:rPr lang="en-US" sz="1600" dirty="0" err="1"/>
              <a:t>združevanje</a:t>
            </a:r>
            <a:r>
              <a:rPr lang="en-US" sz="1600" dirty="0"/>
              <a:t> (po </a:t>
            </a:r>
            <a:r>
              <a:rPr lang="en-US" sz="1600" dirty="0" err="1"/>
              <a:t>ekipah</a:t>
            </a:r>
            <a:r>
              <a:rPr lang="en-US" sz="1600" dirty="0"/>
              <a:t>, </a:t>
            </a:r>
            <a:r>
              <a:rPr lang="en-US" sz="1600" dirty="0" err="1"/>
              <a:t>voznikih</a:t>
            </a:r>
            <a:r>
              <a:rPr lang="en-US" sz="1600" dirty="0"/>
              <a:t>, </a:t>
            </a:r>
            <a:r>
              <a:rPr lang="en-US" sz="1600" dirty="0" err="1"/>
              <a:t>progah</a:t>
            </a:r>
            <a:r>
              <a:rPr lang="en-US" sz="1600" dirty="0"/>
              <a:t>, …)</a:t>
            </a:r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Degradacija</a:t>
            </a:r>
            <a:r>
              <a:rPr lang="en-US" sz="1600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Vpliv</a:t>
            </a:r>
            <a:r>
              <a:rPr lang="en-US" sz="1600" dirty="0"/>
              <a:t> </a:t>
            </a:r>
            <a:r>
              <a:rPr lang="en-US" sz="1600" dirty="0" err="1"/>
              <a:t>vremena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razultate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Uvrstitev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kvalifikacijah</a:t>
            </a:r>
            <a:r>
              <a:rPr lang="en-US" sz="1600" dirty="0"/>
              <a:t> in </a:t>
            </a:r>
            <a:r>
              <a:rPr lang="en-US" sz="1600" dirty="0" err="1"/>
              <a:t>dirki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ravninske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</a:t>
            </a:r>
            <a:r>
              <a:rPr lang="en-US" sz="1600" dirty="0" err="1"/>
              <a:t>proti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v </a:t>
            </a:r>
            <a:r>
              <a:rPr lang="en-US" sz="1600" dirty="0" err="1"/>
              <a:t>ovinkih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proizvajalcev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Napoved</a:t>
            </a:r>
            <a:r>
              <a:rPr lang="en-US" sz="1600" dirty="0"/>
              <a:t> </a:t>
            </a:r>
            <a:r>
              <a:rPr lang="en-US" sz="1600" dirty="0" err="1"/>
              <a:t>zmagovalca</a:t>
            </a:r>
            <a:r>
              <a:rPr lang="en-US" sz="1600" dirty="0"/>
              <a:t> </a:t>
            </a:r>
            <a:r>
              <a:rPr lang="en-US" sz="1600" dirty="0" err="1"/>
              <a:t>sezone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Matic Žakelj</a:t>
            </a:r>
          </a:p>
          <a:p>
            <a:r>
              <a:rPr lang="en-US" dirty="0"/>
              <a:t>Mark Hafner</a:t>
            </a:r>
          </a:p>
          <a:p>
            <a:r>
              <a:rPr lang="en-US" dirty="0"/>
              <a:t>Nejc </a:t>
            </a:r>
            <a:r>
              <a:rPr lang="en-US" dirty="0" err="1"/>
              <a:t>Gnilšek</a:t>
            </a:r>
            <a:endParaRPr lang="en-US" dirty="0"/>
          </a:p>
          <a:p>
            <a:r>
              <a:rPr lang="en-US" dirty="0"/>
              <a:t>Matevž Kozole Zoran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Degradacija</a:t>
            </a:r>
            <a:r>
              <a:rPr lang="en-US" sz="1600" b="1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Linearna</a:t>
            </a:r>
            <a:r>
              <a:rPr lang="en-US" sz="1600" dirty="0"/>
              <a:t> </a:t>
            </a:r>
            <a:r>
              <a:rPr lang="en-US" sz="1600" dirty="0" err="1"/>
              <a:t>regresija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Statistična</a:t>
            </a:r>
            <a:r>
              <a:rPr lang="en-US" sz="1600" dirty="0"/>
              <a:t> </a:t>
            </a:r>
            <a:r>
              <a:rPr lang="en-US" sz="1600" dirty="0" err="1"/>
              <a:t>analiza</a:t>
            </a:r>
            <a:endParaRPr lang="en-US" sz="1600" dirty="0"/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konstruktorjev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Škatla</a:t>
            </a:r>
            <a:r>
              <a:rPr lang="en-US" sz="1600" dirty="0"/>
              <a:t> z </a:t>
            </a:r>
            <a:r>
              <a:rPr lang="en-US" sz="1600" dirty="0" err="1"/>
              <a:t>brki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/>
              <a:t>Heatmap</a:t>
            </a:r>
          </a:p>
          <a:p>
            <a:pPr>
              <a:buFontTx/>
              <a:buChar char="-"/>
            </a:pPr>
            <a:r>
              <a:rPr lang="en-US" sz="1600" dirty="0" err="1"/>
              <a:t>Stolpični</a:t>
            </a:r>
            <a:r>
              <a:rPr lang="en-US" sz="1600" dirty="0"/>
              <a:t> diagram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992772C-EB13-7084-6958-34ED409F71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93812" y="386272"/>
            <a:ext cx="3215016" cy="2842202"/>
          </a:xfrm>
          <a:prstGeom prst="rect">
            <a:avLst/>
          </a:prstGeom>
          <a:ln>
            <a:solidFill>
              <a:prstClr val="black"/>
            </a:solidFill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07A208-E6CC-57AE-C13B-D7640801D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565" y="2514225"/>
            <a:ext cx="3686197" cy="22863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A3BAC73-A09D-1638-F70E-2A3A45D2FB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8329" y="376238"/>
            <a:ext cx="2855483" cy="213798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279256-EDDE-5953-EF44-D90A1C80F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762" y="3205262"/>
            <a:ext cx="3069066" cy="137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err="1"/>
              <a:t>Kako</a:t>
            </a:r>
            <a:r>
              <a:rPr lang="en-US" sz="1600" dirty="0"/>
              <a:t> </a:t>
            </a:r>
            <a:r>
              <a:rPr lang="en-US" sz="1600" dirty="0" err="1"/>
              <a:t>boste</a:t>
            </a:r>
            <a:r>
              <a:rPr lang="en-US" sz="1600" dirty="0"/>
              <a:t> </a:t>
            </a:r>
            <a:r>
              <a:rPr lang="en-US" sz="1600" dirty="0" err="1"/>
              <a:t>dosegli</a:t>
            </a:r>
            <a:r>
              <a:rPr lang="en-US" sz="1600" dirty="0"/>
              <a:t> </a:t>
            </a:r>
            <a:r>
              <a:rPr lang="en-US" sz="1600" dirty="0" err="1"/>
              <a:t>cilj</a:t>
            </a:r>
            <a:r>
              <a:rPr lang="en-US" sz="1600" dirty="0"/>
              <a:t> 1 </a:t>
            </a:r>
            <a:r>
              <a:rPr lang="en-US" sz="1600" dirty="0" err="1"/>
              <a:t>oziroma</a:t>
            </a:r>
            <a:r>
              <a:rPr lang="en-US" sz="1600" dirty="0"/>
              <a:t> </a:t>
            </a:r>
            <a:r>
              <a:rPr lang="en-US" sz="1600" dirty="0" err="1"/>
              <a:t>odgovorili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vprašanje</a:t>
            </a:r>
            <a:r>
              <a:rPr lang="en-US" sz="1600" dirty="0"/>
              <a:t> 1…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9983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en-US" sz="1600" b="1" dirty="0" err="1">
                <a:latin typeface="+mn-lt"/>
              </a:rPr>
              <a:t>Dodatna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prosojnica</a:t>
            </a:r>
            <a:r>
              <a:rPr lang="en-US" sz="1600" b="1" dirty="0">
                <a:latin typeface="+mn-lt"/>
              </a:rPr>
              <a:t> za </a:t>
            </a:r>
            <a:r>
              <a:rPr lang="en-US" sz="1600" b="1" dirty="0" err="1">
                <a:latin typeface="+mn-lt"/>
              </a:rPr>
              <a:t>rezultate</a:t>
            </a:r>
            <a:r>
              <a:rPr lang="en-US" sz="1600" b="1" dirty="0">
                <a:latin typeface="+mn-lt"/>
              </a:rPr>
              <a:t> oz. </a:t>
            </a:r>
            <a:r>
              <a:rPr lang="en-US" sz="1600" b="1" dirty="0" err="1">
                <a:latin typeface="+mn-lt"/>
              </a:rPr>
              <a:t>odprta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vprašanja</a:t>
            </a:r>
            <a:r>
              <a:rPr lang="en-US" sz="1600" b="1" dirty="0">
                <a:latin typeface="+mn-lt"/>
              </a:rPr>
              <a:t> (</a:t>
            </a:r>
            <a:r>
              <a:rPr lang="en-US" sz="1600" b="1" dirty="0" err="1">
                <a:latin typeface="+mn-lt"/>
              </a:rPr>
              <a:t>če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potrebno</a:t>
            </a:r>
            <a:r>
              <a:rPr lang="en-US" sz="1600" b="1" dirty="0">
                <a:latin typeface="+mn-lt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4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</TotalTime>
  <Words>203</Words>
  <Application>Microsoft Office PowerPoint</Application>
  <PresentationFormat>On-screen Show (16:9)</PresentationFormat>
  <Paragraphs>46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Analiza dirk Formule 1</vt:lpstr>
      <vt:lpstr>PowerPoint Presentation</vt:lpstr>
      <vt:lpstr>PowerPoint Presentation</vt:lpstr>
      <vt:lpstr>Dodatna prosojnica za rezultate oz. odprta vprašanja (če potrebno)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/>
  <cp:keywords/>
  <dc:description/>
  <cp:lastModifiedBy>Hafner, Mark</cp:lastModifiedBy>
  <cp:revision>30</cp:revision>
  <dcterms:created xsi:type="dcterms:W3CDTF">2020-04-03T06:53:29Z</dcterms:created>
  <dcterms:modified xsi:type="dcterms:W3CDTF">2026-04-14T17:32:03Z</dcterms:modified>
  <cp:category/>
</cp:coreProperties>
</file>