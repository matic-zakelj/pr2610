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8" r:id="rId3"/>
    <p:sldId id="262" r:id="rId4"/>
    <p:sldId id="261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/>
    <p:restoredTop sz="94694"/>
  </p:normalViewPr>
  <p:slideViewPr>
    <p:cSldViewPr snapToGrid="0" snapToObjects="1">
      <p:cViewPr varScale="1">
        <p:scale>
          <a:sx n="119" d="100"/>
          <a:sy n="119" d="100"/>
        </p:scale>
        <p:origin x="2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D3D8B-F941-7A44-B495-413DB63A3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B23EC-11DF-5B40-9B28-3E40FA681C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431-2289-5947-8194-0CFC384CFC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1D374-B28A-3D41-A294-73C33793D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AA9A-0116-BE47-8880-25F32F2DB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7C52-DF7F-F947-B704-F0BAD17B1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3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8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fastf1.dev/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C146EC-635D-434E-871A-999618A6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7" y="73152"/>
            <a:ext cx="2300583" cy="2228849"/>
          </a:xfrm>
          <a:ln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r>
              <a:rPr lang="en-GB" b="1" dirty="0"/>
              <a:t>Analiza dirk </a:t>
            </a:r>
            <a:r>
              <a:rPr lang="en-GB" b="1" dirty="0" err="1"/>
              <a:t>Formule</a:t>
            </a:r>
            <a:r>
              <a:rPr lang="en-GB" b="1" dirty="0"/>
              <a:t> 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FDA8A2-4269-E344-ADF2-94E0D830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953" y="73152"/>
            <a:ext cx="6610190" cy="4727448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 err="1"/>
              <a:t>Podatki</a:t>
            </a:r>
            <a:endParaRPr lang="en-US" sz="1600" b="1" dirty="0"/>
          </a:p>
          <a:p>
            <a:pPr>
              <a:buFontTx/>
              <a:buChar char="-"/>
            </a:pPr>
            <a:r>
              <a:rPr lang="en-US" sz="1600" dirty="0" err="1"/>
              <a:t>Knjižnica</a:t>
            </a:r>
            <a:r>
              <a:rPr lang="en-US" sz="1600" dirty="0"/>
              <a:t> </a:t>
            </a:r>
            <a:r>
              <a:rPr lang="en-US" sz="1600" dirty="0">
                <a:hlinkClick r:id="rId2"/>
              </a:rPr>
              <a:t>FastF1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Najobsežnejši</a:t>
            </a:r>
            <a:r>
              <a:rPr lang="en-US" sz="1600" dirty="0"/>
              <a:t> </a:t>
            </a:r>
            <a:r>
              <a:rPr lang="en-US" sz="1600" dirty="0" err="1"/>
              <a:t>javno</a:t>
            </a:r>
            <a:r>
              <a:rPr lang="en-US" sz="1600" dirty="0"/>
              <a:t> </a:t>
            </a:r>
            <a:r>
              <a:rPr lang="en-US" sz="1600" dirty="0" err="1"/>
              <a:t>dostopni</a:t>
            </a:r>
            <a:r>
              <a:rPr lang="en-US" sz="1600" dirty="0"/>
              <a:t> </a:t>
            </a:r>
            <a:r>
              <a:rPr lang="en-US" sz="1600" dirty="0" err="1"/>
              <a:t>podatki</a:t>
            </a:r>
            <a:r>
              <a:rPr lang="en-US" sz="1600" dirty="0"/>
              <a:t> dirk </a:t>
            </a:r>
            <a:r>
              <a:rPr lang="en-US" sz="1600" dirty="0" err="1"/>
              <a:t>Formule</a:t>
            </a:r>
            <a:r>
              <a:rPr lang="en-US" sz="1600" dirty="0"/>
              <a:t> 1</a:t>
            </a:r>
          </a:p>
          <a:p>
            <a:pPr>
              <a:buFontTx/>
              <a:buChar char="-"/>
            </a:pPr>
            <a:r>
              <a:rPr lang="en-GB" sz="1600" dirty="0" err="1"/>
              <a:t>Meritve</a:t>
            </a:r>
            <a:r>
              <a:rPr lang="en-GB" sz="1600" dirty="0"/>
              <a:t>, </a:t>
            </a:r>
            <a:r>
              <a:rPr lang="en-GB" sz="1600" dirty="0" err="1"/>
              <a:t>statistike</a:t>
            </a:r>
            <a:r>
              <a:rPr lang="en-GB" sz="1600" dirty="0"/>
              <a:t>, </a:t>
            </a:r>
            <a:r>
              <a:rPr lang="en-GB" sz="1600" dirty="0" err="1"/>
              <a:t>časovne</a:t>
            </a:r>
            <a:r>
              <a:rPr lang="en-GB" sz="1600" dirty="0"/>
              <a:t> </a:t>
            </a:r>
            <a:r>
              <a:rPr lang="en-GB" sz="1600" dirty="0" err="1"/>
              <a:t>serije</a:t>
            </a:r>
            <a:r>
              <a:rPr lang="en-GB" sz="1600" dirty="0"/>
              <a:t>; </a:t>
            </a:r>
            <a:r>
              <a:rPr lang="en-GB" sz="1600" dirty="0" err="1"/>
              <a:t>tisoči</a:t>
            </a:r>
            <a:r>
              <a:rPr lang="en-GB" sz="1600" dirty="0"/>
              <a:t> </a:t>
            </a:r>
            <a:r>
              <a:rPr lang="en-GB" sz="1600" dirty="0" err="1"/>
              <a:t>primerov</a:t>
            </a:r>
            <a:r>
              <a:rPr lang="en-GB" sz="1600" dirty="0"/>
              <a:t>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dirko</a:t>
            </a:r>
            <a:r>
              <a:rPr lang="en-GB" sz="1600" dirty="0"/>
              <a:t>, 10–100 </a:t>
            </a:r>
            <a:r>
              <a:rPr lang="en-GB" sz="1600" dirty="0" err="1"/>
              <a:t>atributov</a:t>
            </a:r>
            <a:r>
              <a:rPr lang="en-GB" sz="1600" dirty="0"/>
              <a:t>, </a:t>
            </a:r>
            <a:r>
              <a:rPr lang="en-GB" sz="1600" dirty="0" err="1"/>
              <a:t>več</a:t>
            </a:r>
            <a:r>
              <a:rPr lang="en-GB" sz="1600" dirty="0"/>
              <a:t> </a:t>
            </a:r>
            <a:r>
              <a:rPr lang="en-GB" sz="1600" dirty="0" err="1"/>
              <a:t>razredov</a:t>
            </a:r>
            <a:r>
              <a:rPr lang="en-GB" sz="1600" dirty="0"/>
              <a:t> (</a:t>
            </a:r>
            <a:r>
              <a:rPr lang="en-GB" sz="1600" dirty="0" err="1"/>
              <a:t>vozniki</a:t>
            </a:r>
            <a:r>
              <a:rPr lang="en-GB" sz="1600" dirty="0"/>
              <a:t>, </a:t>
            </a:r>
            <a:r>
              <a:rPr lang="en-GB" sz="1600" dirty="0" err="1"/>
              <a:t>ekipe</a:t>
            </a:r>
            <a:r>
              <a:rPr lang="en-GB" sz="1600" dirty="0"/>
              <a:t>, </a:t>
            </a:r>
            <a:r>
              <a:rPr lang="en-GB" sz="1600" dirty="0" err="1"/>
              <a:t>pnevmatike</a:t>
            </a:r>
            <a:r>
              <a:rPr lang="en-GB" sz="1600" dirty="0"/>
              <a:t>)</a:t>
            </a:r>
          </a:p>
          <a:p>
            <a:pPr>
              <a:buFontTx/>
              <a:buChar char="-"/>
            </a:pPr>
            <a:r>
              <a:rPr lang="en-US" sz="1600" dirty="0"/>
              <a:t>Veliko </a:t>
            </a:r>
            <a:r>
              <a:rPr lang="en-US" sz="1600" dirty="0" err="1"/>
              <a:t>manjkajočih</a:t>
            </a:r>
            <a:r>
              <a:rPr lang="en-US" sz="1600" dirty="0"/>
              <a:t> in </a:t>
            </a:r>
            <a:r>
              <a:rPr lang="en-US" sz="1600" dirty="0" err="1"/>
              <a:t>nekaj</a:t>
            </a:r>
            <a:r>
              <a:rPr lang="en-US" sz="1600" dirty="0"/>
              <a:t> </a:t>
            </a:r>
            <a:r>
              <a:rPr lang="en-US" sz="1600" dirty="0" err="1"/>
              <a:t>napačnih</a:t>
            </a:r>
            <a:r>
              <a:rPr lang="en-US" sz="1600" dirty="0"/>
              <a:t> </a:t>
            </a:r>
            <a:r>
              <a:rPr lang="en-US" sz="1600" dirty="0" err="1"/>
              <a:t>podatkov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Prenos</a:t>
            </a:r>
            <a:r>
              <a:rPr lang="en-US" sz="1600" dirty="0"/>
              <a:t> </a:t>
            </a:r>
            <a:r>
              <a:rPr lang="en-US" sz="1600" dirty="0" err="1"/>
              <a:t>podatkov</a:t>
            </a:r>
            <a:r>
              <a:rPr lang="en-US" sz="1600" dirty="0"/>
              <a:t>, </a:t>
            </a:r>
            <a:r>
              <a:rPr lang="en-US" sz="1600" dirty="0" err="1"/>
              <a:t>filtriranje</a:t>
            </a:r>
            <a:r>
              <a:rPr lang="en-US" sz="1600" dirty="0"/>
              <a:t> (le </a:t>
            </a:r>
            <a:r>
              <a:rPr lang="en-US" sz="1600" dirty="0" err="1"/>
              <a:t>uporabni</a:t>
            </a:r>
            <a:r>
              <a:rPr lang="en-US" sz="1600" dirty="0"/>
              <a:t> </a:t>
            </a:r>
            <a:r>
              <a:rPr lang="en-US" sz="1600" dirty="0" err="1"/>
              <a:t>krogi</a:t>
            </a:r>
            <a:r>
              <a:rPr lang="en-US" sz="1600" dirty="0"/>
              <a:t>), </a:t>
            </a:r>
            <a:r>
              <a:rPr lang="en-US" sz="1600" dirty="0" err="1"/>
              <a:t>odstranjevanje</a:t>
            </a:r>
            <a:r>
              <a:rPr lang="en-US" sz="1600" dirty="0"/>
              <a:t> </a:t>
            </a:r>
            <a:r>
              <a:rPr lang="en-US" sz="1600" dirty="0" err="1"/>
              <a:t>osamelcev</a:t>
            </a:r>
            <a:r>
              <a:rPr lang="en-US" sz="1600" dirty="0"/>
              <a:t>, </a:t>
            </a:r>
            <a:r>
              <a:rPr lang="en-US" sz="1600" dirty="0" err="1"/>
              <a:t>združevanje</a:t>
            </a:r>
            <a:r>
              <a:rPr lang="en-US" sz="1600" dirty="0"/>
              <a:t> (po </a:t>
            </a:r>
            <a:r>
              <a:rPr lang="en-US" sz="1600" dirty="0" err="1"/>
              <a:t>ekipah</a:t>
            </a:r>
            <a:r>
              <a:rPr lang="en-US" sz="1600" dirty="0"/>
              <a:t>, </a:t>
            </a:r>
            <a:r>
              <a:rPr lang="en-US" sz="1600" dirty="0" err="1"/>
              <a:t>voznikih</a:t>
            </a:r>
            <a:r>
              <a:rPr lang="en-US" sz="1600" dirty="0"/>
              <a:t>, </a:t>
            </a:r>
            <a:r>
              <a:rPr lang="en-US" sz="1600" dirty="0" err="1"/>
              <a:t>progah</a:t>
            </a:r>
            <a:r>
              <a:rPr lang="en-US" sz="1600" dirty="0"/>
              <a:t>, …)</a:t>
            </a:r>
          </a:p>
          <a:p>
            <a:pPr>
              <a:buFontTx/>
              <a:buChar char="-"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Glavna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r>
              <a:rPr lang="en-US" sz="1600" b="1" dirty="0"/>
              <a:t>/</a:t>
            </a:r>
            <a:r>
              <a:rPr lang="en-US" sz="1600" b="1" dirty="0" err="1"/>
              <a:t>cilji</a:t>
            </a:r>
            <a:r>
              <a:rPr lang="en-US" sz="1600" b="1" dirty="0"/>
              <a:t> </a:t>
            </a:r>
            <a:r>
              <a:rPr lang="en-US" sz="1600" b="1" dirty="0" err="1"/>
              <a:t>podatkovnega</a:t>
            </a:r>
            <a:r>
              <a:rPr lang="en-US" sz="1600" b="1" dirty="0"/>
              <a:t> </a:t>
            </a:r>
            <a:r>
              <a:rPr lang="en-US" sz="1600" b="1" dirty="0" err="1"/>
              <a:t>rudarjenja</a:t>
            </a:r>
            <a:endParaRPr lang="en-US" sz="1600" b="1" dirty="0"/>
          </a:p>
          <a:p>
            <a:pPr>
              <a:buFontTx/>
              <a:buChar char="-"/>
            </a:pPr>
            <a:r>
              <a:rPr lang="en-US" sz="1600" dirty="0" err="1"/>
              <a:t>Degradacija</a:t>
            </a:r>
            <a:r>
              <a:rPr lang="en-US" sz="1600" dirty="0"/>
              <a:t> gum</a:t>
            </a:r>
          </a:p>
          <a:p>
            <a:pPr>
              <a:buFontTx/>
              <a:buChar char="-"/>
            </a:pPr>
            <a:r>
              <a:rPr lang="en-US" sz="1600" dirty="0" err="1"/>
              <a:t>Vpliv</a:t>
            </a:r>
            <a:r>
              <a:rPr lang="en-US" sz="1600" dirty="0"/>
              <a:t> </a:t>
            </a:r>
            <a:r>
              <a:rPr lang="en-US" sz="1600" dirty="0" err="1"/>
              <a:t>vremena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razultate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Uvrstitev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kvalifikacijah</a:t>
            </a:r>
            <a:r>
              <a:rPr lang="en-US" sz="1600" dirty="0"/>
              <a:t> in </a:t>
            </a:r>
            <a:r>
              <a:rPr lang="en-US" sz="1600" dirty="0" err="1"/>
              <a:t>dirki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Primerjave</a:t>
            </a:r>
            <a:r>
              <a:rPr lang="en-US" sz="1600" dirty="0"/>
              <a:t> </a:t>
            </a:r>
            <a:r>
              <a:rPr lang="en-US" sz="1600" dirty="0" err="1"/>
              <a:t>ravninske</a:t>
            </a:r>
            <a:r>
              <a:rPr lang="en-US" sz="1600" dirty="0"/>
              <a:t> </a:t>
            </a:r>
            <a:r>
              <a:rPr lang="en-US" sz="1600" dirty="0" err="1"/>
              <a:t>hitrosti</a:t>
            </a:r>
            <a:r>
              <a:rPr lang="en-US" sz="1600" dirty="0"/>
              <a:t> </a:t>
            </a:r>
            <a:r>
              <a:rPr lang="en-US" sz="1600" dirty="0" err="1"/>
              <a:t>proti</a:t>
            </a:r>
            <a:r>
              <a:rPr lang="en-US" sz="1600" dirty="0"/>
              <a:t> </a:t>
            </a:r>
            <a:r>
              <a:rPr lang="en-US" sz="1600" dirty="0" err="1"/>
              <a:t>hitrosti</a:t>
            </a:r>
            <a:r>
              <a:rPr lang="en-US" sz="1600" dirty="0"/>
              <a:t> v </a:t>
            </a:r>
            <a:r>
              <a:rPr lang="en-US" sz="1600" dirty="0" err="1"/>
              <a:t>ovinkih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Primerjave</a:t>
            </a:r>
            <a:r>
              <a:rPr lang="en-US" sz="1600" dirty="0"/>
              <a:t> </a:t>
            </a:r>
            <a:r>
              <a:rPr lang="en-US" sz="1600" dirty="0" err="1"/>
              <a:t>proizvajalcev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Napoved</a:t>
            </a:r>
            <a:r>
              <a:rPr lang="en-US" sz="1600" dirty="0"/>
              <a:t> </a:t>
            </a:r>
            <a:r>
              <a:rPr lang="en-US" sz="1600" dirty="0" err="1"/>
              <a:t>zmagovalca</a:t>
            </a:r>
            <a:r>
              <a:rPr lang="en-US" sz="1600" dirty="0"/>
              <a:t> </a:t>
            </a:r>
            <a:r>
              <a:rPr lang="en-US" sz="1600" dirty="0" err="1"/>
              <a:t>sezone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C06591-6F1C-3D47-A5E3-851DD4C33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57" y="2480808"/>
            <a:ext cx="2300583" cy="231979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Matic Žakelj</a:t>
            </a:r>
          </a:p>
          <a:p>
            <a:r>
              <a:rPr lang="en-US" dirty="0"/>
              <a:t>Mark Hafner</a:t>
            </a:r>
          </a:p>
          <a:p>
            <a:r>
              <a:rPr lang="en-US" dirty="0"/>
              <a:t>Nejc </a:t>
            </a:r>
            <a:r>
              <a:rPr lang="en-US" dirty="0" err="1"/>
              <a:t>Gnilšek</a:t>
            </a:r>
            <a:endParaRPr lang="en-US" dirty="0"/>
          </a:p>
          <a:p>
            <a:r>
              <a:rPr lang="en-US" dirty="0"/>
              <a:t>Matevž Kozole Zoran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DFD98F4-ADE1-F744-9B6A-4008988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312DDA-E7F7-8F45-A990-461B0008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786EEA-6C8C-664D-87E4-F9330A70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94EB-9AF8-C443-A38F-2140C80C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Degradacija</a:t>
            </a:r>
            <a:r>
              <a:rPr lang="en-US" sz="1600" b="1" dirty="0"/>
              <a:t> gum</a:t>
            </a:r>
          </a:p>
          <a:p>
            <a:pPr marL="0" indent="0">
              <a:buNone/>
            </a:pPr>
            <a:r>
              <a:rPr lang="sl-SI" sz="1600" b="1" dirty="0"/>
              <a:t>Cilj</a:t>
            </a:r>
          </a:p>
          <a:p>
            <a:r>
              <a:rPr lang="en-GB" sz="1600" dirty="0" err="1"/>
              <a:t>primerjava</a:t>
            </a:r>
            <a:r>
              <a:rPr lang="en-GB" sz="1600" dirty="0"/>
              <a:t> </a:t>
            </a:r>
            <a:r>
              <a:rPr lang="en-GB" sz="1600" dirty="0" err="1"/>
              <a:t>različnih</a:t>
            </a:r>
            <a:r>
              <a:rPr lang="en-GB" sz="1600" dirty="0"/>
              <a:t> </a:t>
            </a:r>
            <a:r>
              <a:rPr lang="en-GB" sz="1600" dirty="0" err="1"/>
              <a:t>zmesi</a:t>
            </a:r>
            <a:r>
              <a:rPr lang="en-GB" sz="1600" dirty="0"/>
              <a:t> gum</a:t>
            </a:r>
            <a:endParaRPr lang="sl-SI" sz="1600" dirty="0"/>
          </a:p>
          <a:p>
            <a:pPr marL="0" indent="0">
              <a:buNone/>
            </a:pPr>
            <a:r>
              <a:rPr lang="sl-SI" sz="1600" b="1" dirty="0"/>
              <a:t>Metoda</a:t>
            </a:r>
          </a:p>
          <a:p>
            <a:r>
              <a:rPr lang="en-GB" sz="1600" dirty="0" err="1"/>
              <a:t>čiščenje</a:t>
            </a:r>
            <a:r>
              <a:rPr lang="en-GB" sz="1600" dirty="0"/>
              <a:t> </a:t>
            </a:r>
            <a:r>
              <a:rPr lang="en-GB" sz="1600" dirty="0" err="1"/>
              <a:t>podatkov</a:t>
            </a:r>
            <a:endParaRPr lang="sl-SI" sz="1600" dirty="0"/>
          </a:p>
          <a:p>
            <a:r>
              <a:rPr lang="en-GB" sz="1600" dirty="0" err="1"/>
              <a:t>osnovna</a:t>
            </a:r>
            <a:r>
              <a:rPr lang="en-GB" sz="1600" dirty="0"/>
              <a:t> </a:t>
            </a:r>
            <a:r>
              <a:rPr lang="en-GB" sz="1600" dirty="0" err="1"/>
              <a:t>statistična</a:t>
            </a:r>
            <a:r>
              <a:rPr lang="en-GB" sz="1600" dirty="0"/>
              <a:t> </a:t>
            </a:r>
            <a:r>
              <a:rPr lang="en-GB" sz="1600" dirty="0" err="1"/>
              <a:t>analiza</a:t>
            </a:r>
            <a:endParaRPr lang="en-GB" sz="1600" dirty="0"/>
          </a:p>
          <a:p>
            <a:r>
              <a:rPr lang="en-GB" sz="1600" dirty="0" err="1"/>
              <a:t>linearna</a:t>
            </a:r>
            <a:r>
              <a:rPr lang="en-GB" sz="1600" dirty="0"/>
              <a:t> </a:t>
            </a:r>
            <a:r>
              <a:rPr lang="en-GB" sz="1600" dirty="0" err="1"/>
              <a:t>regresija</a:t>
            </a:r>
            <a:endParaRPr lang="sl-SI" sz="1600" dirty="0"/>
          </a:p>
          <a:p>
            <a:pPr marL="0" indent="0">
              <a:buNone/>
            </a:pPr>
            <a:r>
              <a:rPr lang="sl-SI" sz="1600" b="1" dirty="0"/>
              <a:t>Rezultati</a:t>
            </a:r>
          </a:p>
          <a:p>
            <a:r>
              <a:rPr lang="en-GB" sz="1600" dirty="0" err="1"/>
              <a:t>povprečen</a:t>
            </a:r>
            <a:r>
              <a:rPr lang="en-GB" sz="1600" dirty="0"/>
              <a:t> </a:t>
            </a:r>
            <a:r>
              <a:rPr lang="en-GB" sz="1600" dirty="0" err="1"/>
              <a:t>čas</a:t>
            </a:r>
            <a:r>
              <a:rPr lang="en-GB" sz="1600" dirty="0"/>
              <a:t> </a:t>
            </a:r>
            <a:r>
              <a:rPr lang="en-GB" sz="1600" dirty="0" err="1"/>
              <a:t>kroga</a:t>
            </a:r>
            <a:r>
              <a:rPr lang="en-GB" sz="1600" dirty="0"/>
              <a:t> se s </a:t>
            </a:r>
            <a:r>
              <a:rPr lang="en-GB" sz="1600" dirty="0" err="1"/>
              <a:t>starostjo</a:t>
            </a:r>
            <a:r>
              <a:rPr lang="en-GB" sz="1600" dirty="0"/>
              <a:t> gum </a:t>
            </a:r>
            <a:r>
              <a:rPr lang="en-GB" sz="1600" dirty="0" err="1"/>
              <a:t>povečuje</a:t>
            </a:r>
            <a:endParaRPr lang="el-GR" sz="1600" dirty="0"/>
          </a:p>
          <a:p>
            <a:r>
              <a:rPr lang="en-GB" sz="1600" dirty="0" err="1"/>
              <a:t>opazne</a:t>
            </a:r>
            <a:r>
              <a:rPr lang="en-GB" sz="1600" dirty="0"/>
              <a:t> </a:t>
            </a:r>
            <a:r>
              <a:rPr lang="en-GB" sz="1600" dirty="0" err="1"/>
              <a:t>razlike</a:t>
            </a:r>
            <a:r>
              <a:rPr lang="en-GB" sz="1600" dirty="0"/>
              <a:t> med </a:t>
            </a:r>
            <a:r>
              <a:rPr lang="en-GB" sz="1600" dirty="0" err="1"/>
              <a:t>dirkami</a:t>
            </a:r>
            <a:r>
              <a:rPr lang="en-GB" sz="1600" dirty="0"/>
              <a:t> (</a:t>
            </a:r>
            <a:r>
              <a:rPr lang="en-GB" sz="1600" dirty="0" err="1"/>
              <a:t>pogoji</a:t>
            </a:r>
            <a:r>
              <a:rPr lang="en-GB" sz="1600" dirty="0"/>
              <a:t>, </a:t>
            </a:r>
            <a:r>
              <a:rPr lang="en-GB" sz="1600" dirty="0" err="1"/>
              <a:t>taktike</a:t>
            </a:r>
            <a:r>
              <a:rPr lang="en-GB" sz="1600" dirty="0"/>
              <a:t>)</a:t>
            </a:r>
            <a:endParaRPr lang="en-US" sz="13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14E3-8963-334D-848C-E4EE0D7A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4343F5-9AFD-314A-B851-B4B16EF4AB6C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9F5A0B-66B3-574B-8ADF-47E9BEA982E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225E6-F674-D74E-9E6E-25DF3C6A53B1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2387C3-9A8A-9A47-8F63-FDB8F16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D533418-37C8-B143-91FA-663B1D49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279256-EDDE-5953-EF44-D90A1C80F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37" y="3536378"/>
            <a:ext cx="2906579" cy="1301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493661-9FF1-0828-A89A-645811DD0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99" y="556020"/>
            <a:ext cx="3376856" cy="29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5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0395-2CE6-867A-1591-38938F3EC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86D9F-B4E1-4A39-84B6-8CA11BD0A5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Primerjava</a:t>
            </a:r>
            <a:r>
              <a:rPr lang="en-US" sz="1600" b="1" dirty="0"/>
              <a:t> </a:t>
            </a:r>
            <a:r>
              <a:rPr lang="en-US" sz="1600" b="1" dirty="0" err="1"/>
              <a:t>konstruktorjev</a:t>
            </a:r>
            <a:endParaRPr lang="en-US" sz="1600" b="1" dirty="0"/>
          </a:p>
          <a:p>
            <a:pPr marL="0" indent="0">
              <a:buNone/>
            </a:pPr>
            <a:r>
              <a:rPr lang="sl-SI" sz="1600" b="1" dirty="0"/>
              <a:t>Cilj</a:t>
            </a:r>
          </a:p>
          <a:p>
            <a:r>
              <a:rPr lang="sl-SI" sz="1600" dirty="0"/>
              <a:t> </a:t>
            </a:r>
            <a:r>
              <a:rPr lang="en-GB" sz="1600" dirty="0" err="1"/>
              <a:t>ugotoviti</a:t>
            </a:r>
            <a:r>
              <a:rPr lang="en-GB" sz="1600" dirty="0"/>
              <a:t> </a:t>
            </a:r>
            <a:r>
              <a:rPr lang="en-GB" sz="1600" dirty="0" err="1"/>
              <a:t>katere</a:t>
            </a:r>
            <a:r>
              <a:rPr lang="en-GB" sz="1600" dirty="0"/>
              <a:t> </a:t>
            </a:r>
            <a:r>
              <a:rPr lang="en-GB" sz="1600" dirty="0" err="1"/>
              <a:t>ekipe</a:t>
            </a:r>
            <a:r>
              <a:rPr lang="en-GB" sz="1600" dirty="0"/>
              <a:t> so </a:t>
            </a:r>
            <a:r>
              <a:rPr lang="en-GB" sz="1600" dirty="0" err="1"/>
              <a:t>najbolj</a:t>
            </a:r>
            <a:r>
              <a:rPr lang="en-GB" sz="1600" dirty="0"/>
              <a:t> </a:t>
            </a:r>
            <a:r>
              <a:rPr lang="en-GB" sz="1600" dirty="0" err="1"/>
              <a:t>konkurenčne</a:t>
            </a:r>
            <a:endParaRPr lang="en-GB" sz="1600" dirty="0"/>
          </a:p>
          <a:p>
            <a:pPr marL="0" indent="0">
              <a:buNone/>
            </a:pPr>
            <a:r>
              <a:rPr lang="sl-SI" sz="1600" b="1" dirty="0"/>
              <a:t>Metoda</a:t>
            </a:r>
            <a:endParaRPr lang="en-GB" sz="1600" b="1" dirty="0"/>
          </a:p>
          <a:p>
            <a:r>
              <a:rPr lang="en-GB" sz="1600" dirty="0" err="1"/>
              <a:t>čiščenje</a:t>
            </a:r>
            <a:r>
              <a:rPr lang="en-GB" sz="1600" dirty="0"/>
              <a:t> </a:t>
            </a:r>
            <a:r>
              <a:rPr lang="en-GB" sz="1600" dirty="0" err="1"/>
              <a:t>podatkov</a:t>
            </a:r>
            <a:endParaRPr lang="sl-SI" sz="1600" dirty="0"/>
          </a:p>
          <a:p>
            <a:r>
              <a:rPr lang="en-GB" sz="1600" dirty="0" err="1"/>
              <a:t>osnovna</a:t>
            </a:r>
            <a:r>
              <a:rPr lang="en-GB" sz="1600" dirty="0"/>
              <a:t> </a:t>
            </a:r>
            <a:r>
              <a:rPr lang="en-GB" sz="1600" dirty="0" err="1"/>
              <a:t>statistična</a:t>
            </a:r>
            <a:r>
              <a:rPr lang="en-GB" sz="1600" dirty="0"/>
              <a:t> </a:t>
            </a:r>
            <a:r>
              <a:rPr lang="en-GB" sz="1600" dirty="0" err="1"/>
              <a:t>analiza</a:t>
            </a:r>
            <a:endParaRPr lang="en-GB" sz="1600" dirty="0"/>
          </a:p>
          <a:p>
            <a:pPr marL="0" indent="0">
              <a:buNone/>
            </a:pPr>
            <a:r>
              <a:rPr lang="sl-SI" sz="1600" b="1" dirty="0"/>
              <a:t>Rezultati</a:t>
            </a:r>
            <a:endParaRPr lang="en-GB" sz="1600" b="1" dirty="0"/>
          </a:p>
          <a:p>
            <a:r>
              <a:rPr lang="en-GB" sz="1600" dirty="0" err="1"/>
              <a:t>vidno</a:t>
            </a:r>
            <a:r>
              <a:rPr lang="en-GB" sz="1600" dirty="0"/>
              <a:t> je </a:t>
            </a:r>
            <a:r>
              <a:rPr lang="en-GB" sz="1600" dirty="0" err="1"/>
              <a:t>katere</a:t>
            </a:r>
            <a:r>
              <a:rPr lang="en-GB" sz="1600" dirty="0"/>
              <a:t> </a:t>
            </a:r>
            <a:r>
              <a:rPr lang="en-GB" sz="1600" dirty="0" err="1"/>
              <a:t>ekipe</a:t>
            </a:r>
            <a:r>
              <a:rPr lang="en-GB" sz="1600" dirty="0"/>
              <a:t> so </a:t>
            </a:r>
            <a:r>
              <a:rPr lang="en-GB" sz="1600" dirty="0" err="1"/>
              <a:t>bolj</a:t>
            </a:r>
            <a:r>
              <a:rPr lang="en-GB" sz="1600" dirty="0"/>
              <a:t> </a:t>
            </a:r>
            <a:r>
              <a:rPr lang="en-GB" sz="1600" dirty="0" err="1"/>
              <a:t>konkurenčne</a:t>
            </a:r>
            <a:endParaRPr lang="en-GB" sz="1600" dirty="0"/>
          </a:p>
          <a:p>
            <a:r>
              <a:rPr lang="en-GB" sz="1600" dirty="0" err="1"/>
              <a:t>čas</a:t>
            </a:r>
            <a:r>
              <a:rPr lang="en-GB" sz="1600" dirty="0"/>
              <a:t> </a:t>
            </a:r>
            <a:r>
              <a:rPr lang="en-GB" sz="1600" dirty="0" err="1"/>
              <a:t>povprečnega</a:t>
            </a:r>
            <a:r>
              <a:rPr lang="en-GB" sz="1600" dirty="0"/>
              <a:t> </a:t>
            </a:r>
            <a:r>
              <a:rPr lang="en-GB" sz="1600" dirty="0" err="1"/>
              <a:t>kroga</a:t>
            </a:r>
            <a:r>
              <a:rPr lang="en-GB" sz="1600" dirty="0"/>
              <a:t> glede </a:t>
            </a:r>
            <a:r>
              <a:rPr lang="en-GB" sz="1600" dirty="0" err="1"/>
              <a:t>na</a:t>
            </a:r>
            <a:r>
              <a:rPr lang="en-GB" sz="1600" dirty="0"/>
              <a:t> </a:t>
            </a:r>
            <a:r>
              <a:rPr lang="en-GB" sz="1600" dirty="0" err="1"/>
              <a:t>najboljšo</a:t>
            </a:r>
            <a:r>
              <a:rPr lang="en-GB" sz="1600" dirty="0"/>
              <a:t> </a:t>
            </a:r>
            <a:r>
              <a:rPr lang="en-GB" sz="1600" dirty="0" err="1"/>
              <a:t>ekipo</a:t>
            </a:r>
            <a:r>
              <a:rPr lang="en-GB" sz="1600" dirty="0"/>
              <a:t> </a:t>
            </a:r>
            <a:r>
              <a:rPr lang="en-GB" sz="1600" dirty="0" err="1"/>
              <a:t>ni</a:t>
            </a:r>
            <a:r>
              <a:rPr lang="en-GB" sz="1600" dirty="0"/>
              <a:t> </a:t>
            </a:r>
            <a:r>
              <a:rPr lang="en-GB" sz="1600" dirty="0" err="1"/>
              <a:t>točen</a:t>
            </a:r>
            <a:r>
              <a:rPr lang="en-GB" sz="1600" dirty="0"/>
              <a:t> </a:t>
            </a:r>
            <a:r>
              <a:rPr lang="en-GB" sz="1600" dirty="0" err="1"/>
              <a:t>pokazatelj</a:t>
            </a:r>
            <a:r>
              <a:rPr lang="en-GB" sz="1600" dirty="0"/>
              <a:t> </a:t>
            </a:r>
            <a:r>
              <a:rPr lang="en-GB" sz="1600" dirty="0" err="1"/>
              <a:t>končne</a:t>
            </a:r>
            <a:r>
              <a:rPr lang="en-GB" sz="1600" dirty="0"/>
              <a:t> </a:t>
            </a:r>
            <a:r>
              <a:rPr lang="en-GB" sz="1600" dirty="0" err="1"/>
              <a:t>uvrstitve</a:t>
            </a:r>
            <a:endParaRPr lang="en-US" sz="13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85B36-BD6E-413D-0EF1-D956158A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3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998495-D8A6-9308-A56F-34BD2FD0087D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91C58938-E051-7437-3631-6EF024B17D0E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2AB565F-9917-CFF1-52C4-BB66B41A173D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938F1D1-9D97-EE48-D6AC-CF5CC12A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29C160B-E70A-6ED5-F718-FCD41914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595DD3-C8C9-C944-53BC-E328B778E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86" y="2409952"/>
            <a:ext cx="3686197" cy="22863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99BEAE2-8195-8A2A-A453-A713C8032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962" y="356232"/>
            <a:ext cx="4046621" cy="202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9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F0B2-72EB-38BF-039C-5D72B9B5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437B7-043C-2621-A5E7-3E1320986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4403432" cy="4177907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/>
              <a:t> </a:t>
            </a:r>
            <a:r>
              <a:rPr lang="en-US" sz="1600" b="1" dirty="0" err="1"/>
              <a:t>Kvalifikacije</a:t>
            </a:r>
            <a:r>
              <a:rPr lang="en-US" sz="1600" b="1" dirty="0"/>
              <a:t>, </a:t>
            </a:r>
            <a:r>
              <a:rPr lang="en-US" sz="1600" b="1" dirty="0" err="1"/>
              <a:t>ravnine</a:t>
            </a:r>
            <a:r>
              <a:rPr lang="en-US" sz="1600" b="1" dirty="0"/>
              <a:t> in </a:t>
            </a:r>
            <a:r>
              <a:rPr lang="en-US" sz="1600" b="1" dirty="0" err="1"/>
              <a:t>ovinki</a:t>
            </a:r>
            <a:endParaRPr lang="sl-SI" sz="1600" b="1" dirty="0"/>
          </a:p>
          <a:p>
            <a:pPr marL="0" indent="0">
              <a:buNone/>
            </a:pPr>
            <a:r>
              <a:rPr lang="sl-SI" sz="1600" b="1" dirty="0"/>
              <a:t> Cilj</a:t>
            </a:r>
          </a:p>
          <a:p>
            <a:pPr marL="0" indent="0">
              <a:buNone/>
            </a:pPr>
            <a:r>
              <a:rPr lang="sl-SI" sz="1600" dirty="0"/>
              <a:t>  - povezava med štartnim položajem in končno uvrstitvijo</a:t>
            </a:r>
          </a:p>
          <a:p>
            <a:pPr marL="0" indent="0">
              <a:buNone/>
            </a:pPr>
            <a:r>
              <a:rPr lang="sl-SI" sz="1600" dirty="0"/>
              <a:t>  - primerjava hitrosti na ravninah in učinkovitosti v ovinkih</a:t>
            </a:r>
          </a:p>
          <a:p>
            <a:pPr marL="0" indent="0">
              <a:buNone/>
            </a:pPr>
            <a:endParaRPr lang="sl-SI" sz="1600" dirty="0"/>
          </a:p>
          <a:p>
            <a:pPr marL="0" indent="0">
              <a:buNone/>
            </a:pPr>
            <a:r>
              <a:rPr lang="sl-SI" sz="1600" dirty="0"/>
              <a:t>  </a:t>
            </a:r>
            <a:r>
              <a:rPr lang="sl-SI" sz="1600" b="1" dirty="0"/>
              <a:t>Metoda</a:t>
            </a:r>
          </a:p>
          <a:p>
            <a:pPr marL="0" indent="0">
              <a:buNone/>
            </a:pPr>
            <a:r>
              <a:rPr lang="sl-SI" sz="1600" dirty="0"/>
              <a:t>  - FastF1 podatki za sezono 2025</a:t>
            </a:r>
          </a:p>
          <a:p>
            <a:pPr marL="0" indent="0">
              <a:buNone/>
            </a:pPr>
            <a:r>
              <a:rPr lang="sl-SI" sz="1600" dirty="0"/>
              <a:t>  - Spearmanova/Pearsonova korelacija</a:t>
            </a:r>
          </a:p>
          <a:p>
            <a:pPr marL="0" indent="0">
              <a:buNone/>
            </a:pPr>
            <a:r>
              <a:rPr lang="sl-SI" sz="1600" dirty="0"/>
              <a:t>  - SpeedST za ravnine, telemetrija za hitrosti v ovinkih</a:t>
            </a:r>
          </a:p>
          <a:p>
            <a:pPr marL="0" indent="0">
              <a:buNone/>
            </a:pPr>
            <a:endParaRPr lang="sl-SI" sz="1600" dirty="0"/>
          </a:p>
          <a:p>
            <a:pPr marL="0" indent="0">
              <a:buNone/>
            </a:pPr>
            <a:r>
              <a:rPr lang="sl-SI" sz="1600" dirty="0"/>
              <a:t> </a:t>
            </a:r>
            <a:r>
              <a:rPr lang="sl-SI" sz="1600" b="1" dirty="0"/>
              <a:t> Rezultati</a:t>
            </a:r>
          </a:p>
          <a:p>
            <a:pPr marL="0" indent="0">
              <a:buNone/>
            </a:pPr>
            <a:r>
              <a:rPr lang="sl-SI" sz="1600" dirty="0"/>
              <a:t>  </a:t>
            </a:r>
            <a:r>
              <a:rPr lang="el-GR" sz="1600" dirty="0"/>
              <a:t>- </a:t>
            </a:r>
            <a:r>
              <a:rPr lang="sl-SI" sz="1600" dirty="0"/>
              <a:t>sezonsko povprečje povezave kvalifikacije → </a:t>
            </a:r>
            <a:r>
              <a:rPr lang="el-GR" sz="1600" dirty="0"/>
              <a:t>ρ ≈ 0.65</a:t>
            </a:r>
          </a:p>
          <a:p>
            <a:pPr marL="0" indent="0">
              <a:buNone/>
            </a:pPr>
            <a:r>
              <a:rPr lang="el-GR" sz="1600" dirty="0"/>
              <a:t>  - </a:t>
            </a:r>
            <a:r>
              <a:rPr lang="sl-SI" sz="1600" dirty="0"/>
              <a:t>ovinki so bili močnejši signal za rezultat na 20 od 24 dirk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37F0647-CF79-64A1-B84F-1434B0EDD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8962" y="589356"/>
            <a:ext cx="4462272" cy="4177907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7B11F-DEF4-EA91-A9D6-E2806AB1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4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208B6A-C03A-2C7F-2682-8EA7A573890E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CCC2915C-9DF9-738A-0A3A-6A5B5022909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5200CCB-CFA4-1C1C-C760-1DD229BD62FA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4CA68B1-8009-4527-27A3-DE99EBD7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FFE8ABD-A532-56F3-A0AA-D0BDFA38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274FA9-F36E-8929-8502-000590875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738" y="454816"/>
            <a:ext cx="3260761" cy="2247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58BB6-D3AE-322E-B5DE-1AFDED65C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590" y="2702292"/>
            <a:ext cx="3476594" cy="238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27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F0B2-72EB-38BF-039C-5D72B9B5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437B7-043C-2621-A5E7-3E13209867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765" y="589356"/>
            <a:ext cx="2593285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Primerjava</a:t>
            </a:r>
            <a:r>
              <a:rPr lang="en-US" sz="1600" b="1" dirty="0"/>
              <a:t> </a:t>
            </a:r>
            <a:r>
              <a:rPr lang="en-US" sz="1600" b="1" dirty="0" err="1"/>
              <a:t>povprečnih</a:t>
            </a:r>
            <a:r>
              <a:rPr lang="en-US" sz="1600" b="1" dirty="0"/>
              <a:t> </a:t>
            </a:r>
            <a:r>
              <a:rPr lang="en-US" sz="1600" b="1" dirty="0" err="1"/>
              <a:t>krogov</a:t>
            </a:r>
            <a:r>
              <a:rPr lang="en-US" sz="1600" b="1" dirty="0"/>
              <a:t> v </a:t>
            </a:r>
            <a:r>
              <a:rPr lang="en-US" sz="1600" b="1" dirty="0" err="1"/>
              <a:t>deževnih</a:t>
            </a:r>
            <a:r>
              <a:rPr lang="en-US" sz="1600" b="1" dirty="0"/>
              <a:t> </a:t>
            </a:r>
            <a:r>
              <a:rPr lang="en-US" sz="1600" b="1" dirty="0" err="1"/>
              <a:t>razmerah</a:t>
            </a:r>
            <a:r>
              <a:rPr lang="en-US" sz="1600" b="1" dirty="0"/>
              <a:t>:</a:t>
            </a:r>
          </a:p>
          <a:p>
            <a:pPr>
              <a:buFontTx/>
              <a:buChar char="-"/>
            </a:pPr>
            <a:r>
              <a:rPr lang="en-US" sz="1600" dirty="0" err="1"/>
              <a:t>Zberemo</a:t>
            </a:r>
            <a:r>
              <a:rPr lang="en-US" sz="1600" dirty="0"/>
              <a:t> </a:t>
            </a:r>
            <a:r>
              <a:rPr lang="en-US" sz="1600" dirty="0" err="1"/>
              <a:t>vse</a:t>
            </a:r>
            <a:r>
              <a:rPr lang="en-US" sz="1600" dirty="0"/>
              <a:t> </a:t>
            </a:r>
            <a:r>
              <a:rPr lang="en-US" sz="1600" dirty="0" err="1"/>
              <a:t>kroge</a:t>
            </a:r>
            <a:r>
              <a:rPr lang="en-US" sz="1600" dirty="0"/>
              <a:t> v </a:t>
            </a:r>
            <a:r>
              <a:rPr lang="en-US" sz="1600" dirty="0" err="1"/>
              <a:t>deževnih</a:t>
            </a:r>
            <a:r>
              <a:rPr lang="en-US" sz="1600" dirty="0"/>
              <a:t> </a:t>
            </a:r>
            <a:r>
              <a:rPr lang="en-US" sz="1600" dirty="0" err="1"/>
              <a:t>razmerah</a:t>
            </a:r>
            <a:r>
              <a:rPr lang="en-US" sz="1600" dirty="0"/>
              <a:t> in </a:t>
            </a:r>
            <a:r>
              <a:rPr lang="en-US" sz="1600" dirty="0" err="1"/>
              <a:t>pridobimo</a:t>
            </a:r>
            <a:r>
              <a:rPr lang="en-US" sz="1600" dirty="0"/>
              <a:t> </a:t>
            </a:r>
            <a:r>
              <a:rPr lang="en-US" sz="1600" dirty="0" err="1"/>
              <a:t>povprečje</a:t>
            </a:r>
            <a:r>
              <a:rPr lang="en-US" sz="1600" dirty="0"/>
              <a:t> za </a:t>
            </a:r>
            <a:r>
              <a:rPr lang="en-US" sz="1600" dirty="0" err="1"/>
              <a:t>vsakega</a:t>
            </a:r>
            <a:r>
              <a:rPr lang="en-US" sz="1600" dirty="0"/>
              <a:t> </a:t>
            </a:r>
            <a:r>
              <a:rPr lang="en-US" sz="1600" dirty="0" err="1"/>
              <a:t>voznika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Vsaj</a:t>
            </a:r>
            <a:r>
              <a:rPr lang="en-US" sz="1600" dirty="0"/>
              <a:t> 50 </a:t>
            </a:r>
            <a:r>
              <a:rPr lang="en-US" sz="1600" dirty="0" err="1"/>
              <a:t>takšnih</a:t>
            </a:r>
            <a:r>
              <a:rPr lang="en-US" sz="1600" dirty="0"/>
              <a:t> </a:t>
            </a:r>
            <a:r>
              <a:rPr lang="en-US" sz="1600" dirty="0" err="1"/>
              <a:t>krogov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Št</a:t>
            </a:r>
            <a:r>
              <a:rPr lang="en-US" sz="1600" dirty="0"/>
              <a:t>. </a:t>
            </a:r>
            <a:r>
              <a:rPr lang="en-US" sz="1600" dirty="0" err="1"/>
              <a:t>pridobljenih</a:t>
            </a:r>
            <a:r>
              <a:rPr lang="en-US" sz="1600" dirty="0"/>
              <a:t> </a:t>
            </a:r>
            <a:r>
              <a:rPr lang="en-US" sz="1600" dirty="0" err="1"/>
              <a:t>točk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takih</a:t>
            </a:r>
            <a:r>
              <a:rPr lang="en-US" sz="1600" dirty="0"/>
              <a:t> </a:t>
            </a:r>
            <a:r>
              <a:rPr lang="en-US" sz="1600" dirty="0" err="1"/>
              <a:t>dirkah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 err="1"/>
              <a:t>Primerjava</a:t>
            </a:r>
            <a:r>
              <a:rPr lang="en-US" sz="1600" b="1" dirty="0"/>
              <a:t> </a:t>
            </a:r>
            <a:r>
              <a:rPr lang="en-US" sz="1600" b="1" dirty="0" err="1"/>
              <a:t>časov</a:t>
            </a:r>
            <a:r>
              <a:rPr lang="en-US" sz="1600" b="1" dirty="0"/>
              <a:t> glede </a:t>
            </a:r>
            <a:r>
              <a:rPr lang="en-US" sz="1600" b="1" dirty="0" err="1"/>
              <a:t>na</a:t>
            </a:r>
            <a:r>
              <a:rPr lang="en-US" sz="1600" b="1" dirty="0"/>
              <a:t> </a:t>
            </a:r>
            <a:r>
              <a:rPr lang="en-US" sz="1600" b="1" dirty="0" err="1"/>
              <a:t>vremenske</a:t>
            </a:r>
            <a:r>
              <a:rPr lang="en-US" sz="1600" b="1" dirty="0"/>
              <a:t> </a:t>
            </a:r>
            <a:r>
              <a:rPr lang="en-US" sz="1600" b="1" dirty="0" err="1"/>
              <a:t>razmere</a:t>
            </a:r>
            <a:r>
              <a:rPr lang="en-US" sz="1600" b="1" dirty="0"/>
              <a:t>:</a:t>
            </a:r>
          </a:p>
          <a:p>
            <a:pPr>
              <a:buFontTx/>
              <a:buChar char="-"/>
            </a:pPr>
            <a:r>
              <a:rPr lang="en-US" sz="1600" dirty="0"/>
              <a:t>Modro: </a:t>
            </a:r>
            <a:r>
              <a:rPr lang="en-US" sz="1600" dirty="0" err="1"/>
              <a:t>deževne</a:t>
            </a:r>
            <a:r>
              <a:rPr lang="en-US" sz="1600" dirty="0"/>
              <a:t> </a:t>
            </a:r>
            <a:r>
              <a:rPr lang="en-US" sz="1600" dirty="0" err="1"/>
              <a:t>razmere</a:t>
            </a:r>
            <a:endParaRPr lang="en-US" sz="1600" dirty="0"/>
          </a:p>
          <a:p>
            <a:pPr>
              <a:buFontTx/>
              <a:buChar char="-"/>
            </a:pPr>
            <a:r>
              <a:rPr lang="en-US" sz="1600" dirty="0" err="1"/>
              <a:t>Oranžno</a:t>
            </a:r>
            <a:r>
              <a:rPr lang="en-US" sz="1600" dirty="0"/>
              <a:t>: </a:t>
            </a:r>
            <a:r>
              <a:rPr lang="en-US" sz="1600" dirty="0" err="1"/>
              <a:t>suhe</a:t>
            </a:r>
            <a:r>
              <a:rPr lang="en-US" sz="1600" dirty="0"/>
              <a:t> </a:t>
            </a:r>
            <a:r>
              <a:rPr lang="en-US" sz="1600" dirty="0" err="1"/>
              <a:t>razmere</a:t>
            </a:r>
            <a:endParaRPr lang="en-US" sz="160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37F0647-CF79-64A1-B84F-1434B0EDD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74818" y="589356"/>
            <a:ext cx="6176416" cy="417790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7B11F-DEF4-EA91-A9D6-E2806AB16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5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208B6A-C03A-2C7F-2682-8EA7A573890E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CCC2915C-9DF9-738A-0A3A-6A5B50229095}"/>
              </a:ext>
            </a:extLst>
          </p:cNvPr>
          <p:cNvSpPr txBox="1">
            <a:spLocks/>
          </p:cNvSpPr>
          <p:nvPr/>
        </p:nvSpPr>
        <p:spPr>
          <a:xfrm>
            <a:off x="4572000" y="720327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5200CCB-CFA4-1C1C-C760-1DD229BD62FA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4CA68B1-8009-4527-27A3-DE99EBD7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FFE8ABD-A532-56F3-A0AA-D0BDFA38A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480408-0ED4-160C-7011-FFC62E935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982" y="589356"/>
            <a:ext cx="3388759" cy="16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04D9FE6-6FDB-0A36-D738-9368464E3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0608" y="2285423"/>
            <a:ext cx="3391133" cy="168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954F1ED-D85C-728D-037A-7A77A31D5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974" y="585787"/>
            <a:ext cx="3314643" cy="164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7539519-194B-EB23-E947-D825AE111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270" y="2270793"/>
            <a:ext cx="3447730" cy="171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983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395</Words>
  <Application>Microsoft Office PowerPoint</Application>
  <PresentationFormat>On-screen Show (16:9)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Analiza dirk Formule 1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 projekta naj bo kratek, informativen in naj povzame bistvo projekta</dc:title>
  <dc:subject/>
  <dc:creator/>
  <cp:keywords/>
  <dc:description/>
  <cp:lastModifiedBy>Hafner, Mark</cp:lastModifiedBy>
  <cp:revision>36</cp:revision>
  <dcterms:created xsi:type="dcterms:W3CDTF">2020-04-03T06:53:29Z</dcterms:created>
  <dcterms:modified xsi:type="dcterms:W3CDTF">2026-04-15T05:57:50Z</dcterms:modified>
  <cp:category/>
</cp:coreProperties>
</file>